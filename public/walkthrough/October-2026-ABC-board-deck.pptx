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Procedures</c:v>
                </c:pt>
              </c:strCache>
            </c:strRef>
          </c:tx>
          <c:spPr>
            <a:solidFill>
              <a:srgbClr val="2457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E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1–7 Oct</c:v>
                  </c:pt>
                  <c:pt idx="1">
                    <c:v>8–14 Oct</c:v>
                  </c:pt>
                  <c:pt idx="2">
                    <c:v>15–21 Oct</c:v>
                  </c:pt>
                  <c:pt idx="3">
                    <c:v>22–28 Oct</c:v>
                  </c:pt>
                  <c:pt idx="4">
                    <c:v>29–31 Oct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E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9B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E3D"/>
                </a:solidFill>
              </a:rPr>
              <a:t>ABC programme, October 2026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C"/>
                </a:solidFill>
              </a:rPr>
              <a:t>Board update · Coastal Paws Trust · Zone 13, Chennai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E"/>
                </a:solidFill>
              </a:rPr>
              <a:t>Prepared with StrayPaw AI, confirmed by Anjali Rao, programme coordinator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E"/>
                </a:solidFill>
              </a:rPr>
              <a:t>The month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</a:rPr>
              <a:t>142 procedures verified and billed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D"/>
                </a:solidFill>
              </a:rPr>
              <a:t>146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E"/>
                </a:solidFill>
              </a:rPr>
              <a:t>Sterilisations done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057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D"/>
                </a:solidFill>
              </a:rPr>
              <a:t>142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E"/>
                </a:solidFill>
              </a:rPr>
              <a:t>Verified and billed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57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</a:rPr>
              <a:t>₹2,34,300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E"/>
                </a:solidFill>
              </a:rPr>
              <a:t>Claimed from Zone 13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057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D"/>
                </a:solidFill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E"/>
                </a:solidFill>
              </a:rPr>
              <a:t>Animals billed twice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</a:rPr>
              <a:t>Every billed procedure has five evidence items and a vet sign-off by Dr. R. Menon.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</a:rPr>
              <a:t>4 records are held for November: 2 release photos, 1 vet sign-off, 1 duplicate removed.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C"/>
                </a:solidFill>
              </a:rPr>
              <a:t>Package submitted to the Zone 13 Veterinary Public Health Office on 1 November.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Coastal Paws Trust · ABC programme · October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E"/>
                </a:solidFill>
              </a:rPr>
              <a:t>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</a:rPr>
              <a:t>Procedures by week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21031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E"/>
                </a:solidFill>
              </a:rPr>
              <a:t>Average</a:t>
            </a:r>
            <a:endParaRPr lang="en-US" sz="13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</a:rPr>
              <a:t>32 a week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7E"/>
                </a:solidFill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</a:rPr>
              <a:t>30 a week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Coastal Paws Trust · ABC programme · October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E"/>
                </a:solidFill>
              </a:rPr>
              <a:t>Where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</a:rPr>
              <a:t>By area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Procedures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Female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Male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Adyar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29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₹47,850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Besant Nagar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28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₹46,200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Thiruvanmiyur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28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₹46,200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Kotturpuram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28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₹46,200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Indira Nagar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29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E3D"/>
                          </a:solidFill>
                        </a:rPr>
                        <a:t>₹47,850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E3D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E3D"/>
                          </a:solidFill>
                        </a:rPr>
                        <a:t>142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E3D"/>
                          </a:solidFill>
                        </a:rPr>
                        <a:t>93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E3D"/>
                          </a:solidFill>
                        </a:rPr>
                        <a:t>49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E3D"/>
                          </a:solidFill>
                        </a:rPr>
                        <a:t>₹2,34,300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Coastal Paws Trust · ABC programme · October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E"/>
                </a:solidFill>
              </a:rPr>
              <a:t>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</a:rPr>
              <a:t>Held for November, and what the team does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</a:rPr>
              <a:t>ADY-ABC-1038, ADY-ABC-1089: release photos requested from Ravi Kumar by SMS.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</a:rPr>
              <a:t>ADY-ABC-1122: Dr. Menon to sign off the surgery record by 2 November.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</a:rPr>
              <a:t>ADY-ABC-1141: duplicate of ADY-ABC-1093, merged; never billed.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415C"/>
                </a:solidFill>
              </a:rPr>
              <a:t>New intake from WhatsApp on 1 November (Gandhi Nagar 2nd Street) starts November's package.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Coastal Paws Trust · ABC programme · October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E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2026-11-01T11:48:39Z</dcterms:created>
  <dcterms:modified xsi:type="dcterms:W3CDTF">2026-11-01T11:48:39Z</dcterms:modified>
</cp:coreProperties>
</file>